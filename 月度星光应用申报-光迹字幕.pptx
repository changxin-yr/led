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a6913110eb441d" /><Relationship Type="http://schemas.openxmlformats.org/officeDocument/2006/relationships/extended-properties" Target="/docProps/app.xml" Id="Rb7017df9ec514913" /><Relationship Type="http://schemas.openxmlformats.org/officeDocument/2006/relationships/officeDocument" Target="/ppt/presentation.xml" Id="R06785fb6e4a444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2c5b049951456c"/>
  </p:sldMasterIdLst>
  <p:notesMasterIdLst>
    <p:notesMasterId xmlns:r="http://schemas.openxmlformats.org/officeDocument/2006/relationships" r:id="R2bb3e6ef37e74960"/>
  </p:notesMasterIdLst>
  <p:sldIdLst>
    <p:sldId xmlns:r="http://schemas.openxmlformats.org/officeDocument/2006/relationships" id="256" r:id="R5579673450e449cf"/>
    <p:sldId xmlns:r="http://schemas.openxmlformats.org/officeDocument/2006/relationships" id="257" r:id="R73e26c80b76444ef"/>
    <p:sldId xmlns:r="http://schemas.openxmlformats.org/officeDocument/2006/relationships" id="258" r:id="R3beb6cef00ab4822"/>
    <p:sldId xmlns:r="http://schemas.openxmlformats.org/officeDocument/2006/relationships" id="259" r:id="Rd287c763fe444309"/>
    <p:sldId xmlns:r="http://schemas.openxmlformats.org/officeDocument/2006/relationships" id="260" r:id="Rf01d6c222b054694"/>
    <p:sldId xmlns:r="http://schemas.openxmlformats.org/officeDocument/2006/relationships" id="261" r:id="R3fcd00de119545da"/>
    <p:sldId xmlns:r="http://schemas.openxmlformats.org/officeDocument/2006/relationships" id="262" r:id="R3a41c71503f54a3e"/>
    <p:sldId xmlns:r="http://schemas.openxmlformats.org/officeDocument/2006/relationships" id="263" r:id="Rb92c7b8f5bb249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9a416fd04c4371" /><Relationship Type="http://schemas.openxmlformats.org/officeDocument/2006/relationships/slideMaster" Target="/ppt/slideMasters/slideMaster1.xml" Id="R802c5b049951456c" /><Relationship Type="http://schemas.openxmlformats.org/officeDocument/2006/relationships/notesMaster" Target="/ppt/notesMasters/notesMaster1.xml" Id="R2bb3e6ef37e74960" /><Relationship Type="http://schemas.openxmlformats.org/officeDocument/2006/relationships/presProps" Target="/ppt/presProps.xml" Id="R9bccfcc720124412" /><Relationship Type="http://schemas.openxmlformats.org/officeDocument/2006/relationships/viewProps" Target="/ppt/viewProps.xml" Id="Ra2935f7da55c49cc" /><Relationship Type="http://schemas.openxmlformats.org/officeDocument/2006/relationships/tableStyles" Target="/ppt/tableStyles.xml" Id="R2a5e596a970c421b" /><Relationship Type="http://schemas.openxmlformats.org/officeDocument/2006/relationships/slide" Target="/ppt/slides/slide1.xml" Id="R5579673450e449cf" /><Relationship Type="http://schemas.openxmlformats.org/officeDocument/2006/relationships/slide" Target="/ppt/slides/slide2.xml" Id="R73e26c80b76444ef" /><Relationship Type="http://schemas.openxmlformats.org/officeDocument/2006/relationships/slide" Target="/ppt/slides/slide3.xml" Id="R3beb6cef00ab4822" /><Relationship Type="http://schemas.openxmlformats.org/officeDocument/2006/relationships/slide" Target="/ppt/slides/slide4.xml" Id="Rd287c763fe444309" /><Relationship Type="http://schemas.openxmlformats.org/officeDocument/2006/relationships/slide" Target="/ppt/slides/slide5.xml" Id="Rf01d6c222b054694" /><Relationship Type="http://schemas.openxmlformats.org/officeDocument/2006/relationships/slide" Target="/ppt/slides/slide6.xml" Id="R3fcd00de119545da" /><Relationship Type="http://schemas.openxmlformats.org/officeDocument/2006/relationships/slide" Target="/ppt/slides/slide7.xml" Id="R3a41c71503f54a3e" /><Relationship Type="http://schemas.openxmlformats.org/officeDocument/2006/relationships/slide" Target="/ppt/slides/slide8.xml" Id="Rb92c7b8f5bb249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bd8003d0e443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d34163c1b7421c" /><Relationship Type="http://schemas.openxmlformats.org/officeDocument/2006/relationships/notesMaster" Target="/ppt/notesMasters/notesMaster1.xml" Id="R9d6bab050a7148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a55116fb804067" /><Relationship Type="http://schemas.openxmlformats.org/officeDocument/2006/relationships/notesMaster" Target="/ppt/notesMasters/notesMaster1.xml" Id="R81055315be4e4a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66006bdb774a17" /><Relationship Type="http://schemas.openxmlformats.org/officeDocument/2006/relationships/notesMaster" Target="/ppt/notesMasters/notesMaster1.xml" Id="R7879f5b230cc48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96a06d62a34cb7" /><Relationship Type="http://schemas.openxmlformats.org/officeDocument/2006/relationships/notesMaster" Target="/ppt/notesMasters/notesMaster1.xml" Id="R4fe3ebd5faef47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e9319a638847f8" /><Relationship Type="http://schemas.openxmlformats.org/officeDocument/2006/relationships/notesMaster" Target="/ppt/notesMasters/notesMaster1.xml" Id="R15b1b2068eeb45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5520b501504152" /><Relationship Type="http://schemas.openxmlformats.org/officeDocument/2006/relationships/notesMaster" Target="/ppt/notesMasters/notesMaster1.xml" Id="R18211ff7c95e40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611c0b95f64458" /><Relationship Type="http://schemas.openxmlformats.org/officeDocument/2006/relationships/notesMaster" Target="/ppt/notesMasters/notesMaster1.xml" Id="R681ff4c804a743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34e48ec8904908" /><Relationship Type="http://schemas.openxmlformats.org/officeDocument/2006/relationships/notesMaster" Target="/ppt/notesMasters/notesMaster1.xml" Id="R23d756381f6b4e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f6dade80741bf" /><Relationship Type="http://schemas.openxmlformats.org/officeDocument/2006/relationships/image" Target="/ppt/media/image.png" Id="Raf3dd4a3511941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ab33ac5204d08" /><Relationship Type="http://schemas.openxmlformats.org/officeDocument/2006/relationships/image" Target="/ppt/media/image2.png" Id="R1cb503ade19e43ad" /><Relationship Type="http://schemas.openxmlformats.org/officeDocument/2006/relationships/image" Target="/ppt/media/image3.png" Id="R6246e83886494b3a" /><Relationship Type="http://schemas.openxmlformats.org/officeDocument/2006/relationships/image" Target="/ppt/media/image4.png" Id="R1514645f30434d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7cfb10ba241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7cabf944843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795b545394e73" /><Relationship Type="http://schemas.openxmlformats.org/officeDocument/2006/relationships/image" Target="/ppt/media/image5.png" Id="R48df1855e16c40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b7c17b9ce4c55" /><Relationship Type="http://schemas.openxmlformats.org/officeDocument/2006/relationships/image" Target="/ppt/media/image6.png" Id="R1dc910b71714413f" /><Relationship Type="http://schemas.openxmlformats.org/officeDocument/2006/relationships/image" Target="/ppt/media/image5.png" Id="R498b01ae899c438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3f78c5fa2f4be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70840378d4c1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04c35b50343c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c9051330a4c9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d5c0955ffa460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9a3fbb78649b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e6288bd2e4b5b" /></Relationships>
</file>

<file path=ppt/slideLayouts/slideLayout1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64C3263-650A-47B7-A35D-515B98518A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dd4a3511941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710" y="304165"/>
            <a:ext cx="3564890" cy="1234440"/>
          </a:xfrm>
          <a:prstGeom xmlns:a="http://schemas.openxmlformats.org/drawingml/2006/main" prst="rect">
            <a:avLst/>
          </a:prstGeom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5E400D0-B4DA-4DDD-9CC0-65473DB9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25B58CBF-0CF2-4760-A8D9-41B5D76B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.xml><?xml version="1.0" encoding="utf-8"?>
<p:sldLayout xmlns:p="http://schemas.openxmlformats.org/presentationml/2006/main" type="titleOnly">
  <p:cSld name="FM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b503ade19e43ad">
            <a:alphaModFix amt="20000"/>
          </a:blip>
          <a:srcRect xmlns:a="http://schemas.openxmlformats.org/drawingml/2006/main" l="0" t="0" r="0" b="13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6126" y="0"/>
            <a:ext cx="4151671" cy="5794408"/>
          </a:xfrm>
          <a:prstGeom xmlns:a="http://schemas.openxmlformats.org/drawingml/2006/main" prst="rect">
            <a:avLst/>
          </a:prstGeom>
        </p:spPr>
      </p:pic>
      <p:sp>
        <p:nvSpPr>
          <p:cNvPr id="10" name="文本框 3">
            <a:extLst xmlns:a="http://schemas.openxmlformats.org/drawingml/2006/main">
              <a:ext uri="{FF2B5EF4-FFF2-40B4-BE49-F238E27FC236}">
                <a16:creationId xmlns:a16="http://schemas.microsoft.com/office/drawing/2014/main" id="{7ECC1173-818D-44B0-B9C3-AC063AA1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2EB1763D-A404-47DF-A29B-213B62AE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18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6e83886494b3a">
            <a:alphaModFix amt="21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261146"/>
            <a:ext cx="2999678" cy="4133416"/>
          </a:xfrm>
          <a:prstGeom xmlns:a="http://schemas.openxmlformats.org/drawingml/2006/main" prst="rect">
            <a:avLst/>
          </a:prstGeom>
        </p:spPr>
      </p:pic>
      <p:pic>
        <p:nvPicPr>
          <p:cNvPr id="1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4645f30434d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73" y="0"/>
            <a:ext cx="3483086" cy="13061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showMasterSp="0" type="title">
  <p:cSld name="1_标题幻灯片"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547F3C7-0E3E-4F20-BC9E-8F35AECECC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45008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标题和内容"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E3F2A0F-74FC-4778-8CC4-18DCF75AE9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节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6BC40EE-FB94-4E67-BA65-FAC1D717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863DB23E-8304-4779-AEAE-6CA1508C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6CD1DDA-2491-47B4-9E79-C12E34FC2B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8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EC60E3FA-7BD3-4410-90D6-F8290EA35C3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15067" y="171415"/>
            <a:ext cx="5966068" cy="4461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00" b="1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单击此处编辑母版文本</a:t>
            </a:r>
            <a:endParaRPr/>
          </a:p>
        </p:txBody>
      </p:sp>
      <p:pic>
        <p:nvPicPr>
          <p:cNvPr id="3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f1855e16c40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25" y="0"/>
            <a:ext cx="2350420" cy="881407"/>
          </a:xfrm>
          <a:prstGeom xmlns:a="http://schemas.openxmlformats.org/drawingml/2006/main" prst="rect">
            <a:avLst/>
          </a:prstGeom>
        </p:spPr>
      </p:pic>
      <p:sp>
        <p:nvSpPr>
          <p:cNvPr id="30" name="矩形 3">
            <a:extLst xmlns:a="http://schemas.openxmlformats.org/drawingml/2006/main">
              <a:ext uri="{FF2B5EF4-FFF2-40B4-BE49-F238E27FC236}">
                <a16:creationId xmlns:a16="http://schemas.microsoft.com/office/drawing/2014/main" id="{8BCC64F1-1F45-4F59-BB8F-00D36524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1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F6">
              <a:alpha val="1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>
  <p:cSld name="两栏内容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99F5739-5A01-444A-86F1-28FE1A9FFC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pic>
        <p:nvPicPr>
          <p:cNvPr id="40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c910b71714413f">
            <a:alphaModFix amt="35000"/>
            <a:biLevel thresh="25000"/>
          </a:blip>
          <a:srcRect xmlns:a="http://schemas.openxmlformats.org/drawingml/2006/main" l="0" t="32381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2780" y="1381934"/>
            <a:ext cx="3830533" cy="4165580"/>
          </a:xfrm>
          <a:prstGeom xmlns:a="http://schemas.openxmlformats.org/drawingml/2006/main" prst="rect">
            <a:avLst/>
          </a:prstGeom>
        </p:spPr>
      </p:pic>
      <p:sp>
        <p:nvSpPr>
          <p:cNvPr id="35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CD1E7A6-0461-4458-9301-CB4CF368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4BB4BB8C-5FF7-4900-81D8-9FACD6C8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4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b01ae899c43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478" y="0"/>
            <a:ext cx="2350420" cy="88140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twoTxTwoObj">
  <p:cSld name="比较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1C76A27-CEFA-4FFD-8119-F0E4869EBD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1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49C87F3-1AA0-4FD0-8495-F4B98F0E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AF7ABDDD-CA4C-47C4-9579-2F6566BE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矩形 9">
            <a:extLst xmlns:a="http://schemas.openxmlformats.org/drawingml/2006/main">
              <a:ext uri="{FF2B5EF4-FFF2-40B4-BE49-F238E27FC236}">
                <a16:creationId xmlns:a16="http://schemas.microsoft.com/office/drawing/2014/main" id="{7C004938-2A04-4A45-9ED5-EFCA51F6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" y="1199515"/>
            <a:ext cx="1210588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>
                <a:ln>
                  <a:noFill/>
                </a:ln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4000" b="1" i="0" u="none" kern="1200" cap="none" spc="0" baseline="0">
              <a:ln>
                <a:noFill/>
              </a:ln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7470C13-E63C-4AB3-9B86-A2A1008B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" y="576640"/>
            <a:ext cx="412495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sz="32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32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>
  <p:cSld name="仅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30D7B92-937A-408D-9191-374A56F994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8" name="文本框 6">
            <a:extLst xmlns:a="http://schemas.openxmlformats.org/drawingml/2006/main">
              <a:ext uri="{FF2B5EF4-FFF2-40B4-BE49-F238E27FC236}">
                <a16:creationId xmlns:a16="http://schemas.microsoft.com/office/drawing/2014/main" id="{384B73FC-E96B-41EA-8221-3EB425B2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16ED13B-477E-4721-AFB7-31448FE4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9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77302C7-0965-49A7-B561-C2371B9951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66623E9-11AB-463D-80FB-8F343C057A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9F3835-D95D-4A8B-A52B-2B72690E1E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C9FB779-ADEC-4259-9EB9-34B69F64A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6a7b5919904cfb" /><Relationship Type="http://schemas.openxmlformats.org/officeDocument/2006/relationships/slideLayout" Target="/ppt/slideLayouts/slideLayout1.xml" Id="R17e40b7de06e4fea" /><Relationship Type="http://schemas.openxmlformats.org/officeDocument/2006/relationships/slideLayout" Target="/ppt/slideLayouts/slideLayout2.xml" Id="Rfc6c5a5dbcb64d1c" /><Relationship Type="http://schemas.openxmlformats.org/officeDocument/2006/relationships/slideLayout" Target="/ppt/slideLayouts/slideLayout3.xml" Id="Re43f6ca53b184034" /><Relationship Type="http://schemas.openxmlformats.org/officeDocument/2006/relationships/slideLayout" Target="/ppt/slideLayouts/slideLayout4.xml" Id="Rf595ee39aaef4497" /><Relationship Type="http://schemas.openxmlformats.org/officeDocument/2006/relationships/slideLayout" Target="/ppt/slideLayouts/slideLayout5.xml" Id="Rf417477028124a5c" /><Relationship Type="http://schemas.openxmlformats.org/officeDocument/2006/relationships/slideLayout" Target="/ppt/slideLayouts/slideLayout6.xml" Id="Rab952c59924e4d78" /><Relationship Type="http://schemas.openxmlformats.org/officeDocument/2006/relationships/slideLayout" Target="/ppt/slideLayouts/slideLayout7.xml" Id="R93b72ca6a8f3416a" /><Relationship Type="http://schemas.openxmlformats.org/officeDocument/2006/relationships/slideLayout" Target="/ppt/slideLayouts/slideLayout8.xml" Id="R0d04e212d8f04bfd" /><Relationship Type="http://schemas.openxmlformats.org/officeDocument/2006/relationships/slideLayout" Target="/ppt/slideLayouts/slideLayout9.xml" Id="Ra5c5a6b42cdd4c9a" /><Relationship Type="http://schemas.openxmlformats.org/officeDocument/2006/relationships/slideLayout" Target="/ppt/slideLayouts/slideLayout10.xml" Id="Ra8f9c5e431bf450b" /><Relationship Type="http://schemas.openxmlformats.org/officeDocument/2006/relationships/slideLayout" Target="/ppt/slideLayouts/slideLayout11.xml" Id="R7173de3c51654b4e" /><Relationship Type="http://schemas.openxmlformats.org/officeDocument/2006/relationships/slideLayout" Target="/ppt/slideLayouts/slideLayout12.xml" Id="R76b4d99939004576" /><Relationship Type="http://schemas.openxmlformats.org/officeDocument/2006/relationships/slideLayout" Target="/ppt/slideLayouts/slideLayout13.xml" Id="Rcaab515fcc13448c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EC35C06-470B-443C-9BA5-8952C432701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/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e40b7de06e4fea"/>
    <p:sldLayoutId xmlns:r="http://schemas.openxmlformats.org/officeDocument/2006/relationships" id="2147483650" r:id="Rfc6c5a5dbcb64d1c"/>
    <p:sldLayoutId xmlns:r="http://schemas.openxmlformats.org/officeDocument/2006/relationships" id="2147483651" r:id="Re43f6ca53b184034"/>
    <p:sldLayoutId xmlns:r="http://schemas.openxmlformats.org/officeDocument/2006/relationships" id="2147483652" r:id="Rf595ee39aaef4497"/>
    <p:sldLayoutId xmlns:r="http://schemas.openxmlformats.org/officeDocument/2006/relationships" id="2147483653" r:id="Rf417477028124a5c"/>
    <p:sldLayoutId xmlns:r="http://schemas.openxmlformats.org/officeDocument/2006/relationships" id="2147483654" r:id="Rab952c59924e4d78"/>
    <p:sldLayoutId xmlns:r="http://schemas.openxmlformats.org/officeDocument/2006/relationships" id="2147483655" r:id="R93b72ca6a8f3416a"/>
    <p:sldLayoutId xmlns:r="http://schemas.openxmlformats.org/officeDocument/2006/relationships" id="2147483656" r:id="R0d04e212d8f04bfd"/>
    <p:sldLayoutId xmlns:r="http://schemas.openxmlformats.org/officeDocument/2006/relationships" id="2147483657" r:id="Ra5c5a6b42cdd4c9a"/>
    <p:sldLayoutId xmlns:r="http://schemas.openxmlformats.org/officeDocument/2006/relationships" id="2147483658" r:id="Ra8f9c5e431bf450b"/>
    <p:sldLayoutId xmlns:r="http://schemas.openxmlformats.org/officeDocument/2006/relationships" id="2147483659" r:id="R7173de3c51654b4e"/>
    <p:sldLayoutId xmlns:r="http://schemas.openxmlformats.org/officeDocument/2006/relationships" id="2147483660" r:id="R76b4d99939004576"/>
    <p:sldLayoutId xmlns:r="http://schemas.openxmlformats.org/officeDocument/2006/relationships" id="2147483661" r:id="Rcaab515fcc13448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5f2cc5b5ec4428" /><Relationship Type="http://schemas.openxmlformats.org/officeDocument/2006/relationships/notesSlide" Target="/ppt/notesSlides/notesSlide1.xml" Id="Rada7409fdecf4d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68346343014680" /><Relationship Type="http://schemas.openxmlformats.org/officeDocument/2006/relationships/notesSlide" Target="/ppt/notesSlides/notesSlide2.xml" Id="R0cad45f93c4545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27d8480d4eb4bd7" /><Relationship Type="http://schemas.openxmlformats.org/officeDocument/2006/relationships/notesSlide" Target="/ppt/notesSlides/notesSlide3.xml" Id="R4e46786ae0a54d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cdb4ddde4204a00" /><Relationship Type="http://schemas.openxmlformats.org/officeDocument/2006/relationships/image" Target="/ppt/media/image7.png" Id="Re49a554164164603" /><Relationship Type="http://schemas.openxmlformats.org/officeDocument/2006/relationships/image" Target="/ppt/media/image8.png" Id="Rdb8c072e3e1641cc" /><Relationship Type="http://schemas.openxmlformats.org/officeDocument/2006/relationships/notesSlide" Target="/ppt/notesSlides/notesSlide4.xml" Id="R0022ef8f100c4c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9b59064a1b44ca4" /><Relationship Type="http://schemas.openxmlformats.org/officeDocument/2006/relationships/notesSlide" Target="/ppt/notesSlides/notesSlide5.xml" Id="Rce022215cf1640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ee9c01504304d4e" /><Relationship Type="http://schemas.openxmlformats.org/officeDocument/2006/relationships/notesSlide" Target="/ppt/notesSlides/notesSlide6.xml" Id="Rf7070d72563749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0e0318b170b4c89" /><Relationship Type="http://schemas.openxmlformats.org/officeDocument/2006/relationships/notesSlide" Target="/ppt/notesSlides/notesSlide7.xml" Id="R815da78368dd47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8ef6875de484c6c" /><Relationship Type="http://schemas.openxmlformats.org/officeDocument/2006/relationships/notesSlide" Target="/ppt/notesSlides/notesSlide8.xml" Id="R50cc3f6f3d364d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4">
            <a:extLst xmlns:a="http://schemas.openxmlformats.org/drawingml/2006/main">
              <a:ext uri="{FF2B5EF4-FFF2-40B4-BE49-F238E27FC236}">
                <a16:creationId xmlns:a16="http://schemas.microsoft.com/office/drawing/2014/main" id="{1D75CC11-0DAA-4DCE-9173-CAB92521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888" y="5226665"/>
            <a:ext cx="5356225" cy="73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（常新队-易荛）</a:t>
            </a:r>
            <a:endParaRPr sz="16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（2026年8月）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176A2F7-A66B-4549-8033-36784529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47" y="1852426"/>
            <a:ext cx="8374507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月度激励</a:t>
            </a: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星光应用申报</a:t>
            </a:r>
            <a:endParaRPr sz="48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E0511DD-58D1-43D1-94CB-7937270E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175" y="2868089"/>
            <a:ext cx="572765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光迹字幕</a:t>
            </a:r>
            <a:endParaRPr sz="280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587342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458D929E-2077-4445-86DC-F2E5A746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964" y="213821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F4CFED64-6485-4291-8CD0-0D8B49E5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307610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8073454E-73B6-4751-8078-985CF4D2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06340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EFA35638-5D20-47F3-A9A9-F050D102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400130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创新性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A71F9252-CA7D-48DF-AA63-AD0A7D45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98860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9C582BE3-7B25-47F8-A151-8D5F4393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213821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创作简介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99CD6601-3F96-4286-9808-CBDABCA46F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EE685EC5-13EF-4374-985D-5AA45915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491379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商业价值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FD9F9A34-7342-40CC-AF87-44EC9E13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44" y="490109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828042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B4DA167B-E4B6-4422-A5AE-27F87CD6B2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195F904-A771-4661-AC8C-A6F61EC9D27D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95815" y="200290"/>
            <a:ext cx="5966068" cy="44613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创作简介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4">
            <a:extLst xmlns:a="http://schemas.openxmlformats.org/drawingml/2006/main">
              <a:ext uri="{FF2B5EF4-FFF2-40B4-BE49-F238E27FC236}">
                <a16:creationId xmlns:a16="http://schemas.microsoft.com/office/drawing/2014/main" id="{DA438F01-05C5-4C93-AAF4-9C538083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61" y="2417700"/>
            <a:ext cx="3012141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为什么做这款</a:t>
            </a:r>
            <a:r>
              <a:rPr sz="1600">
                <a:latin typeface="微软雅黑"/>
                <a:ea typeface="微软雅黑"/>
                <a:cs typeface="微软雅黑"/>
              </a:rPr>
              <a:t>APP</a:t>
            </a:r>
            <a:r>
              <a:rPr sz="1600">
                <a:latin typeface="微软雅黑"/>
                <a:ea typeface="微软雅黑"/>
                <a:cs typeface="微软雅黑"/>
              </a:rPr>
              <a:t>（</a:t>
            </a:r>
            <a:r>
              <a:rPr sz="1600">
                <a:latin typeface="微软雅黑"/>
                <a:ea typeface="微软雅黑"/>
                <a:cs typeface="微软雅黑"/>
              </a:rPr>
              <a:t>100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B54C302-110F-4A48-AA74-8EE6231E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6" y="4569388"/>
            <a:ext cx="3012141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应用一句话亮点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4">
            <a:extLst xmlns:a="http://schemas.openxmlformats.org/drawingml/2006/main">
              <a:ext uri="{FF2B5EF4-FFF2-40B4-BE49-F238E27FC236}">
                <a16:creationId xmlns:a16="http://schemas.microsoft.com/office/drawing/2014/main" id="{BEDD7B86-BC0F-4B71-8939-05AEA6D7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6" y="950500"/>
            <a:ext cx="8516472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团队简介：队长姓名、团队成员姓名、学校、专业、指导老师、联络人手机号、微信号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A1EB124-14F0-4F35-BC0D-DAECB6D3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715"/>
            <a:ext cx="10607040" cy="14751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演唱会应援、机场接机、表白和店铺促销都需要醒目的提示工具，但纸质手举牌制作麻烦，LED 灯牌又昂贵笨重。我们把手机屏幕变成随身 LED 屏，提供场景模板、实时预览、多种动画和全屏沉浸展示，打开应用即可快速完成配置。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DCB8CAF-CA3B-4F06-B4AB-972B6EE7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7488"/>
            <a:ext cx="10607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「 把手机秒变 LED 滚动屏，3 秒出效果，应援、接机、表白、促销一屏搞定。 」</a:t>
            </a:r>
            <a:endParaRPr sz="17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70A97D7B-0DE7-4054-96F9-7BC0582A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15" y="1483360"/>
            <a:ext cx="1017714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t>队长：易荛    团队成员：易荛    学校：湘潭理工学院    专业：信息与计算科学</a:t>
            </a:r>
            <a:endParaRPr/>
          </a:p>
          <a:p xmlns:a="http://schemas.openxmlformats.org/drawingml/2006/main">
            <a:r>
              <a:t>指导老师：徐畅    联络人手机号：13367425801    微信号：yy562389451278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472405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D22ECC5A-9C86-4658-A011-69B206F5F1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650CECD-A685-4165-BACA-27724683A9B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95815" y="200290"/>
            <a:ext cx="5966068" cy="44613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EBA3926-6893-4E0B-A488-B01A90F1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差异化功能，图文并茂（每点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字以内）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FF970E9-0AB0-4140-9B68-71381F68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91640"/>
            <a:ext cx="72237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八种显示模式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滚动、静态、闪烁、呼吸、弹幕、翻页、霓虹循环等效果。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实时预览自定义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文字、字号、速度、方向、亮度、颜色和点阵样式随调随看。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六类场景模板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应援、接机、表白、促销、通知、互动一键套用。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4. 全屏展示与历史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隐藏系统栏、保持常亮、横竖屏切换；历史配置可恢复。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a5541641646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7600" y="1108710"/>
            <a:ext cx="2234565" cy="4296410"/>
          </a:xfrm>
          <a:prstGeom xmlns:a="http://schemas.openxmlformats.org/drawingml/2006/main" prst="rect">
            <a:avLst/>
          </a:prstGeom>
        </p:spPr>
      </p:pic>
      <p:pic>
        <p:nvPicPr>
          <p:cNvPr id="33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c072e3e1641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65360" y="1149350"/>
            <a:ext cx="2249805" cy="42557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252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53F59411-661A-4E4C-A979-B53D4F763C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CEE4C78-698F-4C22-A72B-C17751F935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创新性</a:t>
            </a:r>
            <a:endParaRPr/>
          </a:p>
        </p:txBody>
      </p:sp>
      <p:sp>
        <p:nvSpPr>
          <p:cNvPr id="28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EC35C80-7BD9-4CA5-BBB0-6A8157ED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体验的创新与提升（每点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6C18C9C-B868-430D-AFD6-D8A09B15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3923929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接入的鸿蒙特性（每点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AFD1442-4173-4A79-B52D-466F7B5A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72768"/>
            <a:ext cx="1097280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三步出效果：首页即配置即预览，模板可直接进入播放，缩短从想法到展示的路径。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场景化表达：模板、动态效果和颜色系统组合，适配应援、接机、告白等真实场景。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可读性优先：配色计算保证文字与背景具备足够对比度，暗光环境也保持清晰。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60DEE44E-DCA1-4CAD-B87F-6B540643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389120"/>
            <a:ext cx="1097280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Window API：控制系统栏、亮度和屏幕常亮，提供全屏沉浸展示。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ArkUI 动画：animateTo 驱动滚动、闪烁、呼吸和弹幕等效果，响应式布局适配多设备。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本地能力：Preferences 保存配置与最近历史，无网络权限即可完成核心流程。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136740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7838A0D5-EE92-4FE6-BF16-3B895F054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5558473-33D5-4994-A2AE-2D9048D9FA2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商业价值</a:t>
            </a:r>
            <a:endParaRPr/>
          </a:p>
        </p:txBody>
      </p:sp>
      <p:sp>
        <p:nvSpPr>
          <p:cNvPr id="33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70F10C3-33A1-4734-8D33-AB91764D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用户范围、用户反馈、商业潜力等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17331C3-8DE9-4936-9177-F2FF0CBA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0020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用户范围：追星粉丝、表白与接机人群、小商户、活动组织者和婚庆场景用户。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FDE2198-4A96-415B-8E1D-212BA9AF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880360"/>
            <a:ext cx="10972800" cy="1104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用户反馈：模板和实时预览降低了制作门槛；多动画与高对比显示让手机在临时应援和提示场景中更实用。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008BBB68-4718-443C-9495-9CEC5E37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6052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商业潜力：可拓展品牌定制模板、主题动画、GIF/视频导出和活动场景服务等增值功能。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013771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BD52CBD7-0B27-4B2C-9430-F39A684D5C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EA8658A-6962-4A8E-8C4D-90A2B866103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月度应用之星申报</a:t>
            </a:r>
            <a:endParaRPr/>
          </a:p>
        </p:txBody>
      </p:sp>
      <p:sp>
        <p:nvSpPr>
          <p:cNvPr id="37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72E6703-B201-4770-900A-8838144F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8979784" cy="4108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如果团队中有人需要申报月度应用之星，请在此页说明此人所做的贡献。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99234F0E-66B6-44D3-AF9E-793A8D7C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2010410"/>
            <a:ext cx="9231630" cy="26041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t>贡献：队长易荛独立完成了产品选题、需求梳理、功能文档、交互与视觉设计，并参与 ArkUI/ArkTS 实现、测试、上架材料准备和后续迭代，覆盖从构想到发布的完整流程。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0845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43F4732-F62D-429C-B841-3615AD8E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237" y="1942121"/>
            <a:ext cx="5077527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6600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  谢</a:t>
            </a:r>
            <a:endParaRPr sz="6600" b="1" i="0" u="non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810022-C631-475E-8C3F-F33826C2EF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775628275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2026-08-20T10:56:57.7140000Z</dcterms:created>
  <dcterms:modified xsi:type="dcterms:W3CDTF">2026-08-20T10:56:57.7140000Z</dcterms:modified>
</coreProperties>
</file>
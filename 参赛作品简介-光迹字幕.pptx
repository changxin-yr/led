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f95bbfe1924d66" /><Relationship Type="http://schemas.openxmlformats.org/officeDocument/2006/relationships/extended-properties" Target="/docProps/app.xml" Id="R07d5b72099a84f58" /><Relationship Type="http://schemas.openxmlformats.org/officeDocument/2006/relationships/officeDocument" Target="/ppt/presentation.xml" Id="R473dd7db70a84f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9c867445644eb3"/>
  </p:sldMasterIdLst>
  <p:notesMasterIdLst>
    <p:notesMasterId xmlns:r="http://schemas.openxmlformats.org/officeDocument/2006/relationships" r:id="Raafeeb59f6974371"/>
  </p:notesMasterIdLst>
  <p:sldIdLst>
    <p:sldId xmlns:r="http://schemas.openxmlformats.org/officeDocument/2006/relationships" id="256" r:id="Ree88873403924f60"/>
    <p:sldId xmlns:r="http://schemas.openxmlformats.org/officeDocument/2006/relationships" id="257" r:id="Rc1eb26f1b9c3475f"/>
    <p:sldId xmlns:r="http://schemas.openxmlformats.org/officeDocument/2006/relationships" id="258" r:id="R288f21a3a6594eeb"/>
    <p:sldId xmlns:r="http://schemas.openxmlformats.org/officeDocument/2006/relationships" id="259" r:id="R069af538cfcb49cb"/>
    <p:sldId xmlns:r="http://schemas.openxmlformats.org/officeDocument/2006/relationships" id="260" r:id="Rf1e0734afcec4c3f"/>
    <p:sldId xmlns:r="http://schemas.openxmlformats.org/officeDocument/2006/relationships" id="261" r:id="R21f7dec541d346a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f565353a6640a2" /><Relationship Type="http://schemas.openxmlformats.org/officeDocument/2006/relationships/slideMaster" Target="/ppt/slideMasters/slideMaster1.xml" Id="Rd69c867445644eb3" /><Relationship Type="http://schemas.openxmlformats.org/officeDocument/2006/relationships/notesMaster" Target="/ppt/notesMasters/notesMaster1.xml" Id="Raafeeb59f6974371" /><Relationship Type="http://schemas.openxmlformats.org/officeDocument/2006/relationships/presProps" Target="/ppt/presProps.xml" Id="R5e100b9660c34838" /><Relationship Type="http://schemas.openxmlformats.org/officeDocument/2006/relationships/viewProps" Target="/ppt/viewProps.xml" Id="R8499e240146849a3" /><Relationship Type="http://schemas.openxmlformats.org/officeDocument/2006/relationships/tableStyles" Target="/ppt/tableStyles.xml" Id="R0df1fe59096740bb" /><Relationship Type="http://schemas.openxmlformats.org/officeDocument/2006/relationships/slide" Target="/ppt/slides/slide1.xml" Id="Ree88873403924f60" /><Relationship Type="http://schemas.openxmlformats.org/officeDocument/2006/relationships/slide" Target="/ppt/slides/slide2.xml" Id="Rc1eb26f1b9c3475f" /><Relationship Type="http://schemas.openxmlformats.org/officeDocument/2006/relationships/slide" Target="/ppt/slides/slide3.xml" Id="R288f21a3a6594eeb" /><Relationship Type="http://schemas.openxmlformats.org/officeDocument/2006/relationships/slide" Target="/ppt/slides/slide4.xml" Id="R069af538cfcb49cb" /><Relationship Type="http://schemas.openxmlformats.org/officeDocument/2006/relationships/slide" Target="/ppt/slides/slide5.xml" Id="Rf1e0734afcec4c3f" /><Relationship Type="http://schemas.openxmlformats.org/officeDocument/2006/relationships/slide" Target="/ppt/slides/slide6.xml" Id="R21f7dec541d3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47105dae0a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425d0b0b554c1c" /><Relationship Type="http://schemas.openxmlformats.org/officeDocument/2006/relationships/notesMaster" Target="/ppt/notesMasters/notesMaster1.xml" Id="Rd8cee114d64e45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0d490e38c410f" /><Relationship Type="http://schemas.openxmlformats.org/officeDocument/2006/relationships/notesMaster" Target="/ppt/notesMasters/notesMaster1.xml" Id="R5e491b402a3c4c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eb7b652e164035" /><Relationship Type="http://schemas.openxmlformats.org/officeDocument/2006/relationships/notesMaster" Target="/ppt/notesMasters/notesMaster1.xml" Id="R4c18fd2c85a0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67fcf9c8a422c" /><Relationship Type="http://schemas.openxmlformats.org/officeDocument/2006/relationships/notesMaster" Target="/ppt/notesMasters/notesMaster1.xml" Id="R93851c93dde842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bc2f16d9204fad" /><Relationship Type="http://schemas.openxmlformats.org/officeDocument/2006/relationships/notesMaster" Target="/ppt/notesMasters/notesMaster1.xml" Id="R798e9a13482344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d4e37a8d9b42a4" /><Relationship Type="http://schemas.openxmlformats.org/officeDocument/2006/relationships/notesMaster" Target="/ppt/notesMasters/notesMaster1.xml" Id="R1e1a512b4f09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3b6cc01df42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62c2e3c404f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b48b9b28b4a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5dcc38b8242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e0d390cd84f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07a4d84164b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19fe222b44d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85a578065465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b2277589943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96eb911b745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278f5ad024df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0A0D05-DAAD-4E49-9657-024DBB4B9C6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0DA7F53-4E7D-4AAA-9163-E5E2C2B6FD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43D073-E9F8-435E-99E1-3FC2247228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30AB37-A64A-4C50-80C3-F189C4B5FB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503E3F-3C31-47CD-81EB-740555F49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4037CA-ABBE-4E74-84F0-DD8F9BD1B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77E8EC-A842-477B-B265-7BC74F9CB1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CF5566-257E-44FD-88D4-1A884D4A2F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E1EC62-5B04-462D-899B-5342525124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2829B0-FB90-4E8B-965C-D9C8CE0420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8DD3B7-8BE2-4FE1-A182-5BF70125B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A1E0A9-1704-4E13-8EBC-D1BAF127DD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1A6127-93AF-4B0C-A1EF-A4997AA325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58AF38-0CE3-4C89-AD66-82C5D01C24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68BD4A-3821-4A33-8B06-B80F182EA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CB7A85-6468-4CDD-ABB9-A322C197A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F12FE3-82DC-4DCD-AAA2-F38F384075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57CF7A9-0215-468C-829A-521DD9F40B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FDF7DB3-836C-4A6C-B3AF-8428B69803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27C503-4E5A-496A-A0E9-B75006FB47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700835-3695-4F01-85FD-BA22B09BD9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7F4B90-1D8E-442A-8C75-2472C12B0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482B-7CF4-46B0-BE57-DE1F5F204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9DB5F53-54FC-4156-B134-D56C232FD0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AC33749-AE46-4AB2-948C-6517EB9B1F8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320636-F5FC-4AD4-A168-5957A8A389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EC6DA5A-CE15-42E2-B399-F71ADC4B67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F4C44AF-697E-4555-BF60-261538A42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2C5657E-30FC-4368-B519-BD167ACA61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F096E5-C5E6-4395-A8A9-21830645A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635CDEF-EB26-4908-8141-9736C0E6A3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0B28A53-295A-45B6-800A-036328984E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ED0E8AE-1260-4010-BB40-3005AB4F1D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87410D-0533-4281-89BE-706BFA06A8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3B2E0A4-FA70-41D5-9BD6-3741B0228C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9079145-C2B2-4731-95EA-7A1003697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326400-A367-4ACE-A7FF-829AABE2E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EDD9AC-BB8C-461A-BC96-63C7BBCDA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819142-BECA-4E59-AE5B-F69422B6CC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453521C-712B-47C9-85C8-8F2098E17F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A1A418-CF13-4F6A-9870-289C85F995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6BB7972-6AC6-463F-8B23-585DFBEF07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E9117-E45B-4F3C-B178-72269A898A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5ECDAEE-E28C-42A9-9322-0A2FE0CC5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E919CA5-A419-4175-B78A-7A3C59D9C8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DC12BA-3278-4D59-9BE2-8A63691245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F1CB2C7-C936-488C-A014-BA1C39FF1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65046A9-C1C0-4049-94B8-77F2F74AAD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31255D-F278-474C-B314-AFD9D296D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E37029-48C6-475E-9E9F-716EAD0A70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D7BA62-C29C-4827-B92A-F14ADA52ED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C02793-044C-4568-9628-DF6E087FB7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E028D6-A561-412E-91E5-B6D995A4AE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78A2C8B-B15E-4AAF-B328-F0824FA69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0F7617-A97D-46EB-9EA1-476FA496B5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CE3AB5-6F47-432B-94D1-5C7B3648BB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A3FB95-3F26-4B1E-BD0B-CF8E06669C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1C8338-1BED-4106-9659-EFBE553864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22d12129e40e3" /><Relationship Type="http://schemas.openxmlformats.org/officeDocument/2006/relationships/slideLayout" Target="/ppt/slideLayouts/slideLayout1.xml" Id="Ra5d519930a3d47ac" /><Relationship Type="http://schemas.openxmlformats.org/officeDocument/2006/relationships/slideLayout" Target="/ppt/slideLayouts/slideLayout2.xml" Id="R84b7820a4b884f6a" /><Relationship Type="http://schemas.openxmlformats.org/officeDocument/2006/relationships/slideLayout" Target="/ppt/slideLayouts/slideLayout3.xml" Id="R99db66226b404ccd" /><Relationship Type="http://schemas.openxmlformats.org/officeDocument/2006/relationships/slideLayout" Target="/ppt/slideLayouts/slideLayout4.xml" Id="R12991a2c64d340a8" /><Relationship Type="http://schemas.openxmlformats.org/officeDocument/2006/relationships/slideLayout" Target="/ppt/slideLayouts/slideLayout5.xml" Id="R8ee224becd164494" /><Relationship Type="http://schemas.openxmlformats.org/officeDocument/2006/relationships/slideLayout" Target="/ppt/slideLayouts/slideLayout6.xml" Id="Re1bb603a05ce4c94" /><Relationship Type="http://schemas.openxmlformats.org/officeDocument/2006/relationships/slideLayout" Target="/ppt/slideLayouts/slideLayout7.xml" Id="Ra0a0800899564e96" /><Relationship Type="http://schemas.openxmlformats.org/officeDocument/2006/relationships/slideLayout" Target="/ppt/slideLayouts/slideLayout8.xml" Id="Rb4bbc5b2de364b6d" /><Relationship Type="http://schemas.openxmlformats.org/officeDocument/2006/relationships/slideLayout" Target="/ppt/slideLayouts/slideLayout9.xml" Id="Rab70397e38224158" /><Relationship Type="http://schemas.openxmlformats.org/officeDocument/2006/relationships/slideLayout" Target="/ppt/slideLayouts/slideLayout10.xml" Id="R6d66279b05e04d1a" /><Relationship Type="http://schemas.openxmlformats.org/officeDocument/2006/relationships/slideLayout" Target="/ppt/slideLayouts/slideLayout11.xml" Id="Rbce45fe496d2413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7002E01-34D4-45C6-9AA1-0C7AAEBCC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D3B41C-8141-4108-A8BB-8C8C39EA8A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706781-8115-42E5-A4CE-28A24AD132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E9E053-89F9-4C01-896C-8CF15AB928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BDB907-7823-4472-A147-51DC053032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d519930a3d47ac"/>
    <p:sldLayoutId xmlns:r="http://schemas.openxmlformats.org/officeDocument/2006/relationships" id="2147483650" r:id="R84b7820a4b884f6a"/>
    <p:sldLayoutId xmlns:r="http://schemas.openxmlformats.org/officeDocument/2006/relationships" id="2147483651" r:id="R99db66226b404ccd"/>
    <p:sldLayoutId xmlns:r="http://schemas.openxmlformats.org/officeDocument/2006/relationships" id="2147483652" r:id="R12991a2c64d340a8"/>
    <p:sldLayoutId xmlns:r="http://schemas.openxmlformats.org/officeDocument/2006/relationships" id="2147483653" r:id="R8ee224becd164494"/>
    <p:sldLayoutId xmlns:r="http://schemas.openxmlformats.org/officeDocument/2006/relationships" id="2147483654" r:id="Re1bb603a05ce4c94"/>
    <p:sldLayoutId xmlns:r="http://schemas.openxmlformats.org/officeDocument/2006/relationships" id="2147483655" r:id="Ra0a0800899564e96"/>
    <p:sldLayoutId xmlns:r="http://schemas.openxmlformats.org/officeDocument/2006/relationships" id="2147483656" r:id="Rb4bbc5b2de364b6d"/>
    <p:sldLayoutId xmlns:r="http://schemas.openxmlformats.org/officeDocument/2006/relationships" id="2147483657" r:id="Rab70397e38224158"/>
    <p:sldLayoutId xmlns:r="http://schemas.openxmlformats.org/officeDocument/2006/relationships" id="2147483658" r:id="R6d66279b05e04d1a"/>
    <p:sldLayoutId xmlns:r="http://schemas.openxmlformats.org/officeDocument/2006/relationships" id="2147483659" r:id="Rbce45fe496d2413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b7791fd10f4c06" /><Relationship Type="http://schemas.openxmlformats.org/officeDocument/2006/relationships/image" Target="/ppt/media/image.jpeg" Id="R4399fa6df7bd485a" /><Relationship Type="http://schemas.openxmlformats.org/officeDocument/2006/relationships/notesSlide" Target="/ppt/notesSlides/notesSlide1.xml" Id="R6bfc943a2a4b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b861a6bc1e4c3b" /><Relationship Type="http://schemas.openxmlformats.org/officeDocument/2006/relationships/notesSlide" Target="/ppt/notesSlides/notesSlide2.xml" Id="Re70884ef5f64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1b2645fb5248b9" /><Relationship Type="http://schemas.openxmlformats.org/officeDocument/2006/relationships/image" Target="/ppt/media/image.jpeg" Id="Rd33475599edc4230" /><Relationship Type="http://schemas.openxmlformats.org/officeDocument/2006/relationships/image" Target="/ppt/media/image2.jpeg" Id="R3d98fd19124049bf" /><Relationship Type="http://schemas.openxmlformats.org/officeDocument/2006/relationships/image" Target="/ppt/media/image3.jpeg" Id="R4684c2b67a564293" /><Relationship Type="http://schemas.openxmlformats.org/officeDocument/2006/relationships/notesSlide" Target="/ppt/notesSlides/notesSlide3.xml" Id="Re266f88cfc13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ae487e45bc4936" /><Relationship Type="http://schemas.openxmlformats.org/officeDocument/2006/relationships/notesSlide" Target="/ppt/notesSlides/notesSlide4.xml" Id="R6d2134f072004e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71fc5c39504730" /><Relationship Type="http://schemas.openxmlformats.org/officeDocument/2006/relationships/image" Target="/ppt/media/image3.jpeg" Id="R0d2ae35b0f2f4162" /><Relationship Type="http://schemas.openxmlformats.org/officeDocument/2006/relationships/notesSlide" Target="/ppt/notesSlides/notesSlide5.xml" Id="R98621d05008449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5e66bc395945d5" /><Relationship Type="http://schemas.openxmlformats.org/officeDocument/2006/relationships/image" Target="/ppt/media/image2.jpeg" Id="R509359f932f34b50" /><Relationship Type="http://schemas.openxmlformats.org/officeDocument/2006/relationships/notesSlide" Target="/ppt/notesSlides/notesSlide6.xml" Id="R88c93e9d7edd4e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103D4F-4D53-47B1-B919-96BD09C2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6A22A8-18EA-4300-9789-D5D7EFA8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066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D48924-3201-4872-B280-D4B288E3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E014CC-4927-4B77-9FF0-32D0292D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参赛作品简介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7679F8-46D5-465A-AB82-D9508027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6309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5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光迹字幕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1C596A-9D53-454B-9EF4-B8F04D79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8种动画 · 全屏LED滚动字幕工具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3340E78-FE3D-46C4-865E-ACFD8FB6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5029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CAE676A-3922-4E53-ABA9-66391106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9456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F7DA3C-0679-4E89-BA75-41EE242E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9592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实用工具 / 社交应援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674F98-D474-488A-A833-BAE6B38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5872B86-71D8-4BD2-8554-01FD9C53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2180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湘潭理工学院 · 信息与计算科学 · 指导老师：徐畅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DB58517-C239-4A07-B84A-CFBDA6EF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8756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HarmonyOS · ArkTS / ArkUI · 2026年8月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B2B337A-80FE-4A78-B751-5725B803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694944"/>
            <a:ext cx="2706624" cy="554653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B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9fa6df7bd48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841248"/>
            <a:ext cx="2395728" cy="5253922"/>
          </a:xfrm>
          <a:prstGeom xmlns:a="http://schemas.openxmlformats.org/drawingml/2006/main" prst="roundRect">
            <a:avLst>
              <a:gd name="adj" fmla="val 6361"/>
            </a:avLst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B92F6F4-B3FB-4569-B3B5-FE753A37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479218"/>
            <a:ext cx="30358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模拟器实测</a:t>
            </a:r>
          </a:p>
        </p:txBody>
      </p:sp>
    </p:spTree>
    <p:extLst>
      <p:ext uri="{BB962C8B-B14F-4D97-AF65-F5344CB8AC3E}">
        <p14:creationId xmlns:p14="http://schemas.microsoft.com/office/powerpoint/2010/main" val="2180358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0AE1FA-5071-426D-B760-01314B6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8910E8-7526-47B4-A6BA-389F2980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作品概述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C49A374-2E05-4D23-BD70-AE417A8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光迹字幕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BDE4D4-E000-4098-A466-D0744C48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8831FC2-E4AF-4DA7-8AD9-141A0914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384E34-B4C8-4553-86C4-A1C4A138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创作背景与定位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B335AD-E000-4C94-A518-55B7E958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51206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演唱会应援、机场接机、店铺促销、表白告白等场景都需要醒目的全屏滚动字幕。现有LED字幕应用效果单一、广告多或需付费。我们做了8种动画模式、11种配色+自定义取色、6类场景模板的LED字幕工具，WCAG 4.5:1对比度保障可读性，支持全屏沉浸显示，完全免费离线零权限。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6D006AA-07F7-4BBA-8512-7597E953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目标用户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4C6D9C-24A1-4D8A-9196-E91A1A35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5120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追星粉丝（应援）、情侣（表白）、商家（促销通知）、接机人群、活动组织者，场景明确需求刚性。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7AC41BA-45E3-4101-B890-AB71F255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5120640" cy="777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0F7F7"/>
          </a:solidFill>
          <a:ln xmlns:a="http://schemas.openxmlformats.org/drawingml/2006/main" w="9525">
            <a:solidFill>
              <a:srgbClr val="8BC9C4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7D6101-BF68-4FF0-AFFB-90B98F66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9612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35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「 8种动画模式+6类场景模板+WCAG对比度保障的全屏LED字幕工具，免费离线零权限。 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5BE408-C612-47DD-9A1C-896FAE49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技术架构一览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1AA51DB-F992-4EE4-B2DF-B9E88DBD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5230368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662D031-DE94-43A9-A407-54B43AEA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Window API全屏控制 + animateTo动画引擎 + WCAG对比度保障算法 + Preferences状态恢复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754440C-ACE9-4E5E-813C-F6B041CF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0360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699319-3875-4B93-88D8-823922B9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62656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开发框架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9EF862E-DD41-4862-9E4B-E88D49F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880360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FD5A039-DBC5-4E4A-A3DB-7144950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962656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ArkTS / ArkUI 声明式开发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33FD0A8-3F31-46D5-BA75-A999B8C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47288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AF65015-E627-4A16-8D2C-82495EC3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95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基线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AD2F75CE-3848-4982-B0A4-449590FD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447288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DC9559-DDC9-472D-930D-9CD20A0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529584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API 24（6.1.1）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E66EB58-3197-4A4C-A91E-2076B64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14215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403A00A-E97D-43D3-8281-6AFFA11C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1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设备适配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D3D3074-0154-4D2A-8B32-FCB2C26D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14215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E15D73C-3AE1-47F9-81BA-6348434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96511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手机 / 平板 / 2in1 一多适配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490599D6-19F0-42DF-B5B8-A7BDE6BA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81144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854F7AC-B999-4447-A022-C1211E5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634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隐私安全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04E6672D-C360-4561-B3AA-CDBC46A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81144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57BB06F-A99D-4CB4-8FAC-47A4017A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634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全离线运行，最小化权限申请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AA00F71-220B-4188-9ADC-595C3C93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230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特性关键词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1B7DA273-8EC5-4945-A6BC-3019EC9C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79008"/>
            <a:ext cx="121798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BE7D8AF-F7E3-4130-91CA-D77CE22E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47588"/>
            <a:ext cx="1217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8种动画模式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08651F91-D12C-4AE0-9ABE-CD469089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508" y="5779008"/>
            <a:ext cx="1375257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D5DF3D1-D5C8-4986-A3EE-F74B71F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508" y="5847588"/>
            <a:ext cx="137525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WCAG无障碍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CAA09F6D-40C0-47AB-8330-8C717E25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494" y="5779008"/>
            <a:ext cx="1060704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799C9AF-6475-470C-85EA-9EAD752F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494" y="5847588"/>
            <a:ext cx="10607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免费零权限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4E12392E-6B2E-4177-9944-D9D645F0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926" y="5779008"/>
            <a:ext cx="1060704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9B834787-F7F8-4A5F-AB3B-58C6AA1B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926" y="5847588"/>
            <a:ext cx="10607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所见即所得</a:t>
            </a:r>
          </a:p>
        </p:txBody>
      </p:sp>
    </p:spTree>
    <p:extLst>
      <p:ext uri="{BB962C8B-B14F-4D97-AF65-F5344CB8AC3E}">
        <p14:creationId xmlns:p14="http://schemas.microsoft.com/office/powerpoint/2010/main" val="1034340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F0E47E-3D8F-4205-A65E-878B5CCF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500B61-282D-41FC-A915-910521C7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核心功能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6C04DB-C63B-4C94-B983-E5C78559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光迹字幕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10F7C8F-1C2E-43BA-8EC4-1CA38378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2B28BF1-D06E-40EC-A902-66B64853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C36C1B-6E88-4BAC-82EB-ECAD1802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623560" cy="4983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① 8种模式+外观自定义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AnimationService八种动画效果；11种预设配色+HSV/RGB自定义取色，点阵/实心/描边三种样式+边框+镜像。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② 6类场景模板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TemplateService提供应援/接机/表白/促销/通知/互动六类预置模板，TemplatePage一键套用即刻展示。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③ 全屏沉浸显示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ScreenService管理系统栏隐藏+最高亮度+屏幕常亮，DisplayPage支持横竖屏切换，双击暂停/单击退出(3秒隐藏)。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▪ WCAG对比度保障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Utils计算对比度强制≥4.5:1，任意配色组合都确保文字清晰可读，同类应用无此设计。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▪ 历史记录+计数器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StorageService保存最近20条配置一键恢复，CounterPage内置计数器，高频场景秒级复用。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5FCF193-56AC-41BE-9FE0-3409B84E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234440"/>
            <a:ext cx="5029200" cy="4937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0197629-1155-438F-AAD5-8677B30D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389888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实机运行效果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A61F8EF-D1DA-4151-A978-61B95411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</a:t>
            </a:r>
          </a:p>
        </p:txBody>
      </p:sp>
      <p:pic>
        <p:nvPicPr>
          <p:cNvPr id="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475599edc42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728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D6685F73-86F1-4D57-B57E-A24EEBAC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D3DCB5C-4931-4758-AC57-DEA355F5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EF8D9F6-B442-481D-843C-B8F11EF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编辑·模式/配色/速度</a:t>
            </a:r>
          </a:p>
        </p:txBody>
      </p:sp>
      <p:pic>
        <p:nvPicPr>
          <p:cNvPr id="4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8fd19124049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86216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1CF5F81C-5EAB-4721-8091-3D83EA7B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D9FF554-2E86-481F-9F20-0504EC91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A069F9-2C39-4929-8DC7-A00D5AF3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场景模板·一键套用</a:t>
            </a:r>
          </a:p>
        </p:txBody>
      </p:sp>
      <p:pic>
        <p:nvPicPr>
          <p:cNvPr id="4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4c2b67a564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4704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6F8015F-702C-4DF3-8173-D029C6D6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24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11E7301-1113-47DD-B892-C0B50FCB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EF64F5C-8404-484E-BE6A-39FCA51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全屏弹幕实际效果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C58D72-FF43-4A49-A3BE-9ECA35B2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74243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※ 编号与左侧功能点一一对应，均为真实运行界面</a:t>
            </a:r>
          </a:p>
        </p:txBody>
      </p:sp>
    </p:spTree>
    <p:extLst>
      <p:ext uri="{BB962C8B-B14F-4D97-AF65-F5344CB8AC3E}">
        <p14:creationId xmlns:p14="http://schemas.microsoft.com/office/powerpoint/2010/main" val="17538779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FB54CED-CC75-4823-9178-AE586867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608947-542D-415C-88C0-202DB973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技术实现与鸿蒙特性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817B16-109F-4CDE-AB49-8071812A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光迹字幕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C1E321-CC35-43A7-8A9C-B4BC50F9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F66CC9-00D5-4440-82D7-8AF879FD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480C2E4-11B1-4A69-9E0B-7A300129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鸿蒙原生能力应用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8AC84EC-31D2-4B41-B56B-A5839211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19656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CF75FB-06F4-42AF-BDAC-0AA4821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鸿蒙Window API（ScreenService）精确控制全屏沉浸显示、系统栏隐藏/显示、屏幕亮度管理。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F0213A-5292-439A-AD87-529D19D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98648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B2970A-1A21-45A6-8035-6D37BF4D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16352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ArkUI animateTo实现8种动画模式流畅渲染，Theme设计令牌集中管理配色/间距/字体。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9834B-54D7-4BF9-8BF9-9DBBE5EB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39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BB47AA-C25F-4341-98F3-4FC35177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95344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响应式三档布局：手机&lt;600单列、平板600-840双列、2in1&gt;840分栏，适配多设备。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EEF5AA-10BE-4799-870B-1E34B281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1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2BE2D54-EF2F-4D45-973B-4BF4F12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74336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Preferences轻量存储历史配置和用户设置，启动即恢复上次状态，无网络权限。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33ED7B0-8955-45EC-BBC1-4DB184B5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37360"/>
            <a:ext cx="4983480" cy="24688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C99AD57-0BF3-4B7E-A37E-239DEC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4434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关键模块架构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ADD9188-6A5B-47FB-B0BD-B097C52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B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B125FDD-33E3-4225-8E88-FA001D50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372868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8种模式+外观自定义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84BC8B5-CE7A-4154-A4DF-D4D2E7DA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9747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B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0EA304F-5FE1-4685-8C6E-645F0ED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3862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6类场景模板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9014ED7-53F6-4B18-86D8-ED21795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3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B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4DA334-ABC5-4676-AB25-6319570E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10438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全屏沉浸显示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5C153AC-2443-46B1-AA46-177DDB83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2899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B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C006007-6D54-4E0A-A140-11B7AFE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47014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WCAG对比度保障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9D62A05-A6DA-4503-85F6-9B5D6DA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5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8B8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22E5161-D99F-4B46-8099-472502DB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83590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历史记录+计数器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C6688E0-A577-4B19-B851-AE313006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34840"/>
            <a:ext cx="4983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工程质量保障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EF19024D-DBD8-417B-A831-0FADD6D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846320"/>
            <a:ext cx="4983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0F7F7"/>
          </a:solidFill>
          <a:ln xmlns:a="http://schemas.openxmlformats.org/drawingml/2006/main" w="9525">
            <a:solidFill>
              <a:srgbClr val="8BC9C4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73053A7-69DD-4888-8FA1-03E01C15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10912"/>
            <a:ext cx="4526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状态机驱动核心交互逻辑，输入实时校验防错，深浅色主题与多断点适配，全部数据本地持久化可恢复。</a:t>
            </a:r>
          </a:p>
        </p:txBody>
      </p:sp>
    </p:spTree>
    <p:extLst>
      <p:ext uri="{BB962C8B-B14F-4D97-AF65-F5344CB8AC3E}">
        <p14:creationId xmlns:p14="http://schemas.microsoft.com/office/powerpoint/2010/main" val="18864187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43629E-6C0D-4735-A2F2-947A5EFF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76161D-B946-4F5E-9305-5F53A6DB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创新亮点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E995096-119A-4069-AF6B-EEEC9DD0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光迹字幕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18A231A-753D-4E45-9180-B87AC9AC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2CC24DD-27CD-4260-A978-97E6F86E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80E4F68-65B4-46D0-A161-C9BB06F9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98448"/>
            <a:ext cx="1092708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924074-1FD8-4D48-B4DE-F463C638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44752"/>
            <a:ext cx="10378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「 8种动画模式+6类场景模板+WCAG对比度保障的全屏LED字幕工具，免费离线零权限。 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D9A8DB-DAA4-4012-8AD7-FC4915C1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3394CBE-61E7-47DC-8F46-993DD2F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15184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7F2A9C-6015-438D-B825-4804A0D8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95728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8047A7-57CA-4CDE-9D7F-0C05B76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395728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8种动画模式全覆盖（弹幕模式和霓虹彩虹循环为独有创新），AnimationService统一调度确保切换流畅。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BEABF0D-F998-4444-9FA9-6EC3918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E0FAF98-F7EC-467F-92C7-001519BD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02736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07EE55B-1A9D-453D-9BD6-7AEC369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83280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4E720F-044B-4213-806A-785DE535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8328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WCAG无障碍对比度强制保障（Utils计算≥4.5:1），无论用户选什么配色都确保文字清晰，同类应用无此设计。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890A902-CC8C-47B1-9795-24D54D5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8CF0FF3-FE0E-4760-BF96-3320AC4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DAFC581-2750-4009-818C-98FCF237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70832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D1A9AB9-288E-41A9-A03B-0F850A1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370832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TemplateService场景模板+StorageService历史记录(20条)，高频场景秒级配置恢复，实时预览LedPanel所见即所得。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C03A5E9-2012-4C8F-883D-6391EDA4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68112"/>
            <a:ext cx="7589520" cy="5669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0F7F7"/>
          </a:solidFill>
          <a:ln xmlns:a="http://schemas.openxmlformats.org/drawingml/2006/main" w="9525">
            <a:solidFill>
              <a:srgbClr val="8BC9C4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65045F-8DE6-4372-A099-58DCE703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59552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动画、反馈与统计均为真实功能，DevEco Studio 模拟器与真机上均可稳定复现。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FFD98A1-96CD-4C4F-9C16-62B93DA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298448"/>
            <a:ext cx="2103120" cy="4846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8AEEA2B-388C-467B-8ADB-E801B0DC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44752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实机验证</a:t>
            </a:r>
          </a:p>
        </p:txBody>
      </p:sp>
      <p:pic>
        <p:nvPicPr>
          <p:cNvPr id="5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ae35b0f2f41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836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269CBF0-4A37-48AA-A1CD-3CAA604F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779008"/>
            <a:ext cx="164592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8CFA0E4-D199-4697-A4B4-39559BD8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838444"/>
            <a:ext cx="1645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全屏弹幕实际效果</a:t>
            </a:r>
          </a:p>
        </p:txBody>
      </p:sp>
    </p:spTree>
    <p:extLst>
      <p:ext uri="{BB962C8B-B14F-4D97-AF65-F5344CB8AC3E}">
        <p14:creationId xmlns:p14="http://schemas.microsoft.com/office/powerpoint/2010/main" val="11001972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CF5651-BEFD-4F66-8066-E88E138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258779-5230-4F2B-96EB-87148E8C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应用价值与展望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CDA5F5F-D11F-448D-910D-4A805C17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光迹字幕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B29DDB-43B6-41BE-B5AA-B4F1746F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65DD28-2A47-4A23-ADFE-D553415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6BB3125-D15E-437A-9C64-D0146479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34924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013E7EB-40DC-4CF8-BE7C-04CDC104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55064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9E5DB8A-E6C7-45ED-BCFC-2E59EE6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627632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用户价值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A74A706-F39D-4729-A879-A8B624FB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29968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追星粉丝（应援）、情侣（表白）、商家（促销通知）、接机人群、活动组织者，场景明确需求刚性。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97BD8DC-583F-4172-A54D-06492615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79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D44B087-EF70-40F5-BA54-12E04D71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2724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用户反馈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BCC7380-1B8E-44EC-8D49-A7B3BE7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529584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8种模式远超竞品2-3种，免费无广告快速积累口碑，WCAG对比度保障专业度获好评。整体评价：好玩、好评如潮。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4F77882-B1BF-47F1-9027-0745009F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5429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48E04CF-4367-48B7-A3F4-D6B4FBF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2686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商业前景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DBD8530-1381-4A0F-964B-AB797E18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029200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高级动画效果包、品牌定制模板、GIF/视频导出等增值功能变现；应援场景强社交传播属性。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884FE48-4F44-4AEC-BE8E-DAF9B28E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3017520" cy="2148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8FA1582-7131-47F9-82B3-B6F77797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81328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未来展望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E6D3B5B-58E5-46F1-A027-A414B38A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3664"/>
            <a:ext cx="260604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导出分享能力仍在规划中，后续将支持GIF/视频导出。
我们将持续迭代体验、扩充内容生态，并借助鸿蒙多设备与AI能力升级产品。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2E105E9-E3B5-491E-965B-B241DF6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3017520" cy="24231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C814AEC-CCC7-4065-8844-2A571327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8768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团队信息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1D23549-C8C2-450D-B366-DE66E10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325112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2E35AA4-2435-429F-9E21-877FCE10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42816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3C747F2-749A-42E5-871C-30D67FC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18303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F537AB0-03BB-491B-B254-E20518E8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636007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湘潭理工学院 · 信息与计算科学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F489F38-FF90-436B-92EB-44F42E41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111495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15503A4-1249-472C-99E2-72B349C6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029199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指导老师：徐畅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3D33318-2790-4ED4-AC85-45F5174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504687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2537D56-6CFF-47E5-A734-7E7752EE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22391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参赛时间：2026年8月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B11A5BB-5DD7-42E6-BB41-112180F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97879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66BC9D2-00D3-4BE6-814A-12D02C6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815583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联系方式：13367425801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B62BD80F-443A-4D5C-B389-3B6A7495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325880"/>
            <a:ext cx="205740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9C68139-C4BB-4800-B4B4-A4BC09F1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63040"/>
            <a:ext cx="18745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008B8B"/>
                </a:solidFill>
                <a:latin typeface="微软雅黑"/>
                <a:ea typeface="微软雅黑"/>
                <a:cs typeface="微软雅黑"/>
              </a:rPr>
              <a:t>界面一览</a:t>
            </a:r>
          </a:p>
        </p:txBody>
      </p:sp>
      <p:pic>
        <p:nvPicPr>
          <p:cNvPr id="7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359f932f34b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694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352EA1B8-A7AB-47F6-85F5-1C604884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173736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08B8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D77F764-9FAE-4745-9B4C-9F61F425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710428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场景模板·一键套用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BE1E27AF-1238-48B9-8205-D84875FD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光迹字幕 · 参赛作品简介</a:t>
            </a:r>
          </a:p>
        </p:txBody>
      </p:sp>
    </p:spTree>
    <p:extLst>
      <p:ext uri="{BB962C8B-B14F-4D97-AF65-F5344CB8AC3E}">
        <p14:creationId xmlns:p14="http://schemas.microsoft.com/office/powerpoint/2010/main" val="12132973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2026-08-21T02:52:11.2230000Z</dcterms:created>
  <dcterms:modified xsi:type="dcterms:W3CDTF">2026-08-21T02:52:11.2230000Z</dcterms:modified>
</coreProperties>
</file>